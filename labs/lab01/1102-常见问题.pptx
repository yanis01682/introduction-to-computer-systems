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4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701AF-CC32-319B-A9A9-625E28224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69B857-4216-E851-16A1-A9F3F5EDA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A0FB9F-B471-46F4-17A6-B3CD5A07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B6E408-150F-5B09-61ED-98650340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DB5FC0-CAF8-DAF9-7789-762A329D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69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8D770-B0ED-B115-B49A-EDDC2457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BD7B0-43B4-10A6-31FB-AE5FAB680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E3AFB9-C43B-2044-C0C7-8A6C2B83E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36587D-8214-5F50-2A19-2FB3700C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0B5E68-BDCC-71DB-ED10-D7121657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757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01709-FD62-0C73-67CB-7DF9238CC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E0F3DF-AEE3-582C-3504-6B4AEC0C5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8E5227-82AB-5786-40E2-DA6A4686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C4616F-D796-DA83-B51C-2BBFD3BB4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17A50-80D4-8A6C-8AC0-A6C07946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7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2AF3B-BD59-0120-F5D7-41E1964E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55B736-FEF7-97A7-889A-6794FBE1F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D42B79-42B5-F59A-082F-BC79ED964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16375F-BCA1-B8D7-D024-66ECF587B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709534-525F-9384-9463-3F56DC59C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0651E3-B119-7C8D-410D-F2835E3E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36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B0249-F62F-D194-DA78-BFB33B73B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EB1903-10C8-88AF-7528-60D2ECA0C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138E37-C222-590A-3C04-FFABF3FD2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B659B0-1978-1934-D098-6A233A53B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370A2A-752A-CFD0-AAF0-C8C636587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B1D12A-8225-4F2E-BC11-8E0CBE89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C450EC-905E-11DE-D3AF-32F923AB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6B7460-F7BA-25C8-BF32-E38E3C38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03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9EF07-B716-F0B6-EC22-7C00C48D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61ABF1-B3A3-BEF2-1849-CDFEBC41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BE7063-A754-45DC-B86E-9100A03E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36D6F6-A7B6-9306-F693-ADA97CB8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648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8C7C1D-294F-BC56-58D7-AFFF6E6F4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66BC6A-DACF-B8EA-8C25-1AE7DE82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93BB0B-7A36-2765-29F7-70BBC352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91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3784-D1F0-C31F-0D3C-E286F11C4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AD27A-D993-5FE9-77E2-317CBD828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E131C0-2565-CA5B-A8D3-563B9534D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738A70-2F77-957E-8EF8-0B5F875F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2D5B28-265F-266A-D303-BD86406A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DBA49C-879B-31F3-3B3B-131F092E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00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51AA2-8B7E-1987-DBA3-EA84C3505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5128DE-5640-7678-8124-6125FDE0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49491F-619E-25DD-B223-DB1D8EEAE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676C9E-509B-2A0A-D2FE-471368A7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D9D1E2-E9A0-EC05-0858-659DF394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139950-6072-C260-2D55-C0A1D520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90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3BE2E3-A12D-37AA-6FF3-8224372D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CAEF72-6747-EC82-392E-34C66B935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4C200-E3C3-2AAC-A7FD-14C92269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3FE7A-6148-38FF-B728-FA3B40D0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D3B143-2A0A-3539-10CE-979A561E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25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123517-29E2-7CB2-7815-05AF0D2ED4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FAAED8-E407-E060-64BB-C8E8EB391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0B3A6-D52C-BFB7-E767-D470E812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ACD347-AC5D-97D9-4251-B2F86FE8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A7440-650E-AF3B-7CA2-A4B2B12C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917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61C125-95A6-BCE9-BDAB-C39780C6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D880B7-E607-2818-81EA-C6ECB476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C59132-D57A-4F04-EF26-467849B92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EB997-0A0D-4BDD-88C1-288DB042274E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25545D-1DB6-B85D-99C7-3652E0A9E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BCA792-D046-8759-D41F-BBF41EC42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4E0D8-E1C3-4FCC-BB75-6ED6F6127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82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0F0A6-F95B-6D70-5376-47F8BAE5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4A97A-FC43-C40E-FD9A-BD24B524B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/>
              <a:t>发现需要构造的字符串中含有</a:t>
            </a:r>
            <a:r>
              <a:rPr lang="en-US" altLang="zh-CN" b="1"/>
              <a:t>'0a’</a:t>
            </a:r>
            <a:r>
              <a:rPr lang="zh-CN" altLang="en-US" b="1"/>
              <a:t>时（对应换行符，</a:t>
            </a:r>
            <a:r>
              <a:rPr lang="en-US" altLang="zh-CN" b="1"/>
              <a:t>Gets</a:t>
            </a:r>
            <a:r>
              <a:rPr lang="zh-CN" altLang="en-US" b="1"/>
              <a:t>函数会直接返回）</a:t>
            </a:r>
            <a:endParaRPr lang="en-US" altLang="zh-CN" b="1"/>
          </a:p>
          <a:p>
            <a:r>
              <a:rPr lang="zh-CN" altLang="en-US"/>
              <a:t>联系助教</a:t>
            </a:r>
            <a:r>
              <a:rPr lang="en-US" altLang="zh-CN"/>
              <a:t>ztj22@mails.tsinghua.edu.cn</a:t>
            </a:r>
            <a:r>
              <a:rPr lang="zh-CN" altLang="en-US"/>
              <a:t>告知自己学号重新发放文件（已经初步过滤了</a:t>
            </a:r>
            <a:r>
              <a:rPr lang="en-US" altLang="zh-CN"/>
              <a:t>touch</a:t>
            </a:r>
            <a:r>
              <a:rPr lang="zh-CN" altLang="en-US"/>
              <a:t>函数地址不含</a:t>
            </a:r>
            <a:r>
              <a:rPr lang="en-US" altLang="zh-CN"/>
              <a:t>'0a'</a:t>
            </a:r>
            <a:r>
              <a:rPr lang="zh-CN" altLang="en-US"/>
              <a:t>，但是</a:t>
            </a:r>
            <a:r>
              <a:rPr lang="en-US" altLang="zh-CN"/>
              <a:t>buf</a:t>
            </a:r>
            <a:r>
              <a:rPr lang="zh-CN" altLang="en-US"/>
              <a:t>地址依旧可能含有</a:t>
            </a:r>
            <a:r>
              <a:rPr lang="en-US" altLang="zh-CN"/>
              <a:t>'0a'</a:t>
            </a:r>
            <a:r>
              <a:rPr lang="zh-CN" altLang="en-US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677410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5116E-2233-7C90-33FD-34F2DFEF2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38C6C3-E794-C9B5-BBC9-9DFF16A17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56818" cy="49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/>
              <a:t>使用</a:t>
            </a:r>
            <a:r>
              <a:rPr lang="en-US" altLang="zh-CN" b="1"/>
              <a:t>gdb</a:t>
            </a:r>
            <a:r>
              <a:rPr lang="zh-CN" altLang="en-US" b="1"/>
              <a:t>调试时，需要正确指定输入字符串（无法直接使用管道命令）</a:t>
            </a:r>
            <a:endParaRPr lang="en-US" altLang="zh-CN">
              <a:latin typeface="Maple Mono" panose="020F0509060000000000" pitchFamily="49" charset="0"/>
              <a:ea typeface="Maple Mono" panose="020F0509060000000000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8BA24E-0062-8DD0-DC6C-72816CC1A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048" y="2450625"/>
            <a:ext cx="6461903" cy="42191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614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10D2A-6DA2-014C-EB20-639E354D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68CB-CE97-35CA-70E4-765FC6C5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4A1F8B-6484-DB4B-85FC-0694101D7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7151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/>
              <a:t>使用</a:t>
            </a:r>
            <a:r>
              <a:rPr lang="en-US" altLang="zh-CN" b="1"/>
              <a:t>gdb</a:t>
            </a:r>
            <a:r>
              <a:rPr lang="zh-CN" altLang="en-US" b="1"/>
              <a:t>调试时，需要正确指定输入字符串（无法直接使用管道命令），可以尝试下面的方法：</a:t>
            </a:r>
          </a:p>
          <a:p>
            <a:r>
              <a:rPr lang="zh-CN" altLang="en-US"/>
              <a:t>首先将</a:t>
            </a:r>
            <a:r>
              <a:rPr lang="en-US" altLang="zh-CN"/>
              <a:t>ctarget</a:t>
            </a:r>
            <a:r>
              <a:rPr lang="zh-CN" altLang="en-US"/>
              <a:t>的输入保存到一个文件中：</a:t>
            </a:r>
          </a:p>
          <a:p>
            <a:r>
              <a:rPr lang="en-US" altLang="zh-CN"/>
              <a:t>- </a:t>
            </a:r>
            <a:r>
              <a:rPr lang="en-US" altLang="zh-CN">
                <a:latin typeface="Maple Mono" panose="020F0509060000000000" pitchFamily="49" charset="0"/>
                <a:ea typeface="Maple Mono" panose="020F0509060000000000" pitchFamily="49" charset="0"/>
              </a:rPr>
              <a:t>cat 1.txt | ./hex2raw &gt; raw_input.bin</a:t>
            </a:r>
          </a:p>
          <a:p>
            <a:r>
              <a:rPr lang="zh-CN" altLang="en-US"/>
              <a:t>然后启动</a:t>
            </a:r>
            <a:r>
              <a:rPr lang="en-US" altLang="zh-CN"/>
              <a:t>gdb</a:t>
            </a:r>
            <a:r>
              <a:rPr lang="zh-CN" altLang="en-US"/>
              <a:t>：</a:t>
            </a:r>
          </a:p>
          <a:p>
            <a:r>
              <a:rPr lang="en-US" altLang="zh-CN"/>
              <a:t>- </a:t>
            </a:r>
            <a:r>
              <a:rPr lang="en-US" altLang="zh-CN">
                <a:latin typeface="Maple Mono" panose="020F0509060000000000" pitchFamily="49" charset="0"/>
                <a:ea typeface="Maple Mono" panose="020F0509060000000000" pitchFamily="49" charset="0"/>
              </a:rPr>
              <a:t>gdb ./ctarget</a:t>
            </a:r>
          </a:p>
          <a:p>
            <a:r>
              <a:rPr lang="en-US" altLang="zh-CN"/>
              <a:t>gdb</a:t>
            </a:r>
            <a:r>
              <a:rPr lang="zh-CN" altLang="en-US"/>
              <a:t>中，使用重定向符指定输入：</a:t>
            </a:r>
          </a:p>
          <a:p>
            <a:r>
              <a:rPr lang="en-US" altLang="zh-CN"/>
              <a:t>- </a:t>
            </a:r>
            <a:r>
              <a:rPr lang="en-US" altLang="zh-CN">
                <a:latin typeface="Maple Mono" panose="020F0509060000000000" pitchFamily="49" charset="0"/>
                <a:ea typeface="Maple Mono" panose="020F0509060000000000" pitchFamily="49" charset="0"/>
              </a:rPr>
              <a:t>(gdb) run -q &lt; raw_input.bin</a:t>
            </a:r>
          </a:p>
        </p:txBody>
      </p:sp>
    </p:spTree>
    <p:extLst>
      <p:ext uri="{BB962C8B-B14F-4D97-AF65-F5344CB8AC3E}">
        <p14:creationId xmlns:p14="http://schemas.microsoft.com/office/powerpoint/2010/main" val="150694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C5199-B10D-615B-C6DA-553C8598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F652E-28FF-6C6F-D824-75A405B3F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758" y="0"/>
            <a:ext cx="86284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2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5E9AF-9155-7842-E703-BB3FE224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07FA1-C00B-2E6D-4D34-5E544529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其他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989EC-70B7-7659-749D-47378D3FD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2689"/>
          </a:xfrm>
        </p:spPr>
        <p:txBody>
          <a:bodyPr/>
          <a:lstStyle/>
          <a:p>
            <a:r>
              <a:rPr lang="zh-CN" altLang="en-US"/>
              <a:t>全部必须文件已经在服务器的默认目录下。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不需要</a:t>
            </a:r>
            <a:r>
              <a:rPr lang="en-US" altLang="zh-CN"/>
              <a:t>farm.c</a:t>
            </a:r>
            <a:r>
              <a:rPr lang="zh-CN" altLang="en-US"/>
              <a:t>；</a:t>
            </a:r>
            <a:r>
              <a:rPr lang="en-US" altLang="zh-CN"/>
              <a:t>cookie</a:t>
            </a:r>
            <a:r>
              <a:rPr lang="zh-CN" altLang="en-US"/>
              <a:t>值在每次执行时会输出。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实验最终测试也是在相同的服务器环境中，都会加</a:t>
            </a:r>
            <a:r>
              <a:rPr lang="en-US" altLang="zh-CN"/>
              <a:t>-q</a:t>
            </a:r>
            <a:r>
              <a:rPr lang="zh-CN" altLang="en-US"/>
              <a:t>选项。</a:t>
            </a:r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22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206</Words>
  <Application>Microsoft Office PowerPoint</Application>
  <PresentationFormat>宽屏</PresentationFormat>
  <Paragraphs>20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Maple Mono</vt:lpstr>
      <vt:lpstr>Office 主题​​</vt:lpstr>
      <vt:lpstr>1</vt:lpstr>
      <vt:lpstr>2</vt:lpstr>
      <vt:lpstr>2</vt:lpstr>
      <vt:lpstr>3</vt:lpstr>
      <vt:lpstr>其他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杉 柏</dc:creator>
  <cp:lastModifiedBy>杉 柏</cp:lastModifiedBy>
  <cp:revision>8</cp:revision>
  <dcterms:created xsi:type="dcterms:W3CDTF">2025-11-02T10:32:27Z</dcterms:created>
  <dcterms:modified xsi:type="dcterms:W3CDTF">2025-11-02T10:41:40Z</dcterms:modified>
</cp:coreProperties>
</file>